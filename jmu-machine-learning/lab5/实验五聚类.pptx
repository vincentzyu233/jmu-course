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notesMasterIdLst>
    <p:notesMasterId r:id="rId3"/>
  </p:notesMasterIdLst>
  <p:sldIdLst>
    <p:sldId id="462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CCCC"/>
    <a:srgbClr val="99FF99"/>
    <a:srgbClr val="99FF6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558" autoAdjust="0"/>
  </p:normalViewPr>
  <p:slideViewPr>
    <p:cSldViewPr>
      <p:cViewPr>
        <p:scale>
          <a:sx n="60" d="100"/>
          <a:sy n="60" d="100"/>
        </p:scale>
        <p:origin x="-1704" y="-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2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C7C446A3-CF8F-4AEB-96BF-29B8EC3A24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64847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kumimoji="0" lang="zh-CN" altLang="en-US" sz="1800">
                  <a:solidFill>
                    <a:srgbClr val="000000"/>
                  </a:solidFill>
                  <a:latin typeface="Tahoma" pitchFamily="34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kumimoji="0" lang="zh-CN" altLang="en-US" sz="1800">
                  <a:solidFill>
                    <a:srgbClr val="000000"/>
                  </a:solidFill>
                  <a:latin typeface="Tahoma" pitchFamily="34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kumimoji="0" lang="zh-CN" altLang="en-US" sz="1800">
                  <a:solidFill>
                    <a:srgbClr val="000000"/>
                  </a:solidFill>
                  <a:latin typeface="Tahoma" pitchFamily="34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kumimoji="0" lang="zh-CN" altLang="en-US" sz="1800">
                  <a:solidFill>
                    <a:srgbClr val="000000"/>
                  </a:solidFill>
                  <a:latin typeface="Tahoma" pitchFamily="34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 sz="1800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 sz="1800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 sz="1800">
                <a:solidFill>
                  <a:srgbClr val="000000"/>
                </a:solidFill>
                <a:latin typeface="Tahoma" pitchFamily="34" charset="0"/>
              </a:endParaRPr>
            </a:p>
          </p:txBody>
        </p:sp>
      </p:grpSp>
      <p:sp>
        <p:nvSpPr>
          <p:cNvPr id="2037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037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kumimoji="1">
                <a:solidFill>
                  <a:srgbClr val="1C1C1C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kumimoji="1">
                <a:solidFill>
                  <a:srgbClr val="1C1C1C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kumimoji="1">
                <a:solidFill>
                  <a:srgbClr val="1C1C1C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A72C5EA2-18BE-4434-8477-DCD51CE8BE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023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9C016707-CDC0-4736-95CE-5204AC7850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34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4C1BE103-4BB0-4962-99E5-C1A303E096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358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0CA03986-E3D8-456B-AFE4-27DDF8E082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501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1EF16174-A007-42F5-BF58-681EE74FDA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515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C7C6B5A8-C030-4E8F-9265-2936AAB517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4020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FAB487D2-270C-42BD-A346-C444721B28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381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101EF886-C520-4962-88D8-42C3D7A75E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305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1F616355-051C-455B-8862-1C6E3D1E3C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188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2FD412F8-A057-451F-8697-F934A4FE95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36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C94DFE31-EE6D-44D3-BA8F-1D9FA9C046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3599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B3C0A64F-DC3F-402B-972B-E6962A60B4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001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EDB8A33B-C1B6-4245-9DAF-DC84B64E08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2447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B209B051-48A9-44F2-A258-0EE89560FA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8901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40D583C9-BE75-43B0-9069-88DBC5C092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0409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826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1826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E8D0C7AE-3C82-43A2-96CA-96CB07C629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5081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itchFamily="18" charset="0"/>
              </a:defRPr>
            </a:lvl1pPr>
          </a:lstStyle>
          <a:p>
            <a:pPr>
              <a:defRPr/>
            </a:pPr>
            <a:fld id="{88EA3C46-978B-4724-BA2A-13157ADF74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79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276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27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276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E581D0D6-B9F0-4E94-B366-D0A6C94EC5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80" r:id="rId1"/>
    <p:sldLayoutId id="2147484381" r:id="rId2"/>
    <p:sldLayoutId id="2147484382" r:id="rId3"/>
    <p:sldLayoutId id="2147484383" r:id="rId4"/>
    <p:sldLayoutId id="2147484384" r:id="rId5"/>
    <p:sldLayoutId id="2147484385" r:id="rId6"/>
    <p:sldLayoutId id="2147484386" r:id="rId7"/>
    <p:sldLayoutId id="2147484387" r:id="rId8"/>
    <p:sldLayoutId id="2147484388" r:id="rId9"/>
    <p:sldLayoutId id="2147484389" r:id="rId10"/>
    <p:sldLayoutId id="2147484390" r:id="rId11"/>
    <p:sldLayoutId id="2147484391" r:id="rId12"/>
    <p:sldLayoutId id="2147484392" r:id="rId13"/>
    <p:sldLayoutId id="2147484393" r:id="rId14"/>
    <p:sldLayoutId id="2147484394" r:id="rId15"/>
    <p:sldLayoutId id="2147484395" r:id="rId16"/>
    <p:sldLayoutId id="2147484396" r:id="rId1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B5C56F49-1E6D-4E8B-9DFA-8E189761F9D6}" type="slidenum">
              <a:rPr lang="en-US" altLang="zh-CN" sz="1400" smtClean="0">
                <a:latin typeface="Tahoma" pitchFamily="34" charset="0"/>
              </a:rPr>
              <a:pPr eaLnBrk="1" hangingPunct="1"/>
              <a:t>1</a:t>
            </a:fld>
            <a:endParaRPr lang="en-US" altLang="zh-CN" sz="1400" smtClean="0">
              <a:latin typeface="Tahoma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实验五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聚类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944688"/>
            <a:ext cx="8497887" cy="4724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dirty="0" smtClean="0"/>
              <a:t>运行一个聚类算法；</a:t>
            </a:r>
            <a:endParaRPr lang="en-US" altLang="zh-CN" sz="2800" dirty="0" smtClean="0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dirty="0" smtClean="0"/>
              <a:t>要求：</a:t>
            </a:r>
            <a:endParaRPr lang="en-US" altLang="zh-CN" sz="2800" dirty="0" smtClean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dirty="0" smtClean="0"/>
              <a:t>数据自选，例如：</a:t>
            </a:r>
            <a:r>
              <a:rPr lang="en-US" altLang="zh-CN" sz="2400" dirty="0" smtClean="0"/>
              <a:t>iris</a:t>
            </a:r>
            <a:endParaRPr lang="en-US" altLang="zh-CN" sz="2400" dirty="0" smtClean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dirty="0" smtClean="0"/>
              <a:t>修改</a:t>
            </a:r>
            <a:r>
              <a:rPr lang="zh-CN" altLang="en-US" sz="2400" dirty="0" smtClean="0"/>
              <a:t>给出的代码，运行得到结果，例如修改类别、修改算法参数、更换聚类算法等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smtClean="0"/>
              <a:t>打印评价指标；</a:t>
            </a:r>
            <a:endParaRPr lang="en-US" altLang="zh-CN" sz="2400" dirty="0" smtClean="0"/>
          </a:p>
          <a:p>
            <a:pPr marL="457200" lvl="1" indent="0" eaLnBrk="1" hangingPunct="1">
              <a:lnSpc>
                <a:spcPct val="150000"/>
              </a:lnSpc>
              <a:buFont typeface="Wingdings" pitchFamily="2" charset="2"/>
              <a:buNone/>
              <a:defRPr/>
            </a:pP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3077</TotalTime>
  <Words>46</Words>
  <Application>Microsoft Office PowerPoint</Application>
  <PresentationFormat>全屏显示(4:3)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1_Blends</vt:lpstr>
      <vt:lpstr>实验五——聚类</vt:lpstr>
    </vt:vector>
  </TitlesOfParts>
  <Company>sdu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咨询工作步骤(2)</dc:title>
  <dc:creator>Jane</dc:creator>
  <cp:lastModifiedBy>namu</cp:lastModifiedBy>
  <cp:revision>290</cp:revision>
  <dcterms:created xsi:type="dcterms:W3CDTF">2007-03-13T00:36:41Z</dcterms:created>
  <dcterms:modified xsi:type="dcterms:W3CDTF">2020-04-24T06:00:24Z</dcterms:modified>
</cp:coreProperties>
</file>